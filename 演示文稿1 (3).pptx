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62" r:id="rId4"/>
    <p:sldId id="261" r:id="rId5"/>
    <p:sldId id="267" r:id="rId6"/>
    <p:sldId id="272" r:id="rId7"/>
    <p:sldId id="273" r:id="rId8"/>
    <p:sldId id="259" r:id="rId9"/>
    <p:sldId id="260" r:id="rId10"/>
    <p:sldId id="268" r:id="rId11"/>
    <p:sldId id="258" r:id="rId12"/>
    <p:sldId id="271" r:id="rId13"/>
    <p:sldId id="266" r:id="rId14"/>
    <p:sldId id="256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6FE"/>
    <a:srgbClr val="EFF5FD"/>
    <a:srgbClr val="D4E7FE"/>
    <a:srgbClr val="ECF3FD"/>
    <a:srgbClr val="EDF4FD"/>
    <a:srgbClr val="FDFDFE"/>
    <a:srgbClr val="FDFDFD"/>
    <a:srgbClr val="F6F9FE"/>
    <a:srgbClr val="F5F8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7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8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9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10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3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92.xml"/><Relationship Id="rId7" Type="http://schemas.openxmlformats.org/officeDocument/2006/relationships/image" Target="../media/image11.png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12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8.xml"/><Relationship Id="rId4" Type="http://schemas.openxmlformats.org/officeDocument/2006/relationships/image" Target="../media/image13.png"/><Relationship Id="rId3" Type="http://schemas.openxmlformats.org/officeDocument/2006/relationships/image" Target="../media/image3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01.xml"/><Relationship Id="rId4" Type="http://schemas.openxmlformats.org/officeDocument/2006/relationships/image" Target="../media/image13.png"/><Relationship Id="rId3" Type="http://schemas.openxmlformats.org/officeDocument/2006/relationships/image" Target="../media/image14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15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08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77320" y="6426200"/>
            <a:ext cx="448310" cy="361315"/>
          </a:xfrm>
          <a:prstGeom prst="rect">
            <a:avLst/>
          </a:prstGeom>
          <a:solidFill>
            <a:srgbClr val="FDFDFD"/>
          </a:solidFill>
          <a:ln>
            <a:solidFill>
              <a:srgbClr val="FDFD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10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58270" y="6426835"/>
            <a:ext cx="457200" cy="361315"/>
          </a:xfrm>
          <a:prstGeom prst="rect">
            <a:avLst/>
          </a:prstGeom>
          <a:solidFill>
            <a:srgbClr val="FDFDFD"/>
          </a:solidFill>
          <a:ln>
            <a:solidFill>
              <a:srgbClr val="FDFD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25 (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5" name="图片 4" descr="ChatGPT Image 2026年7月8日 20_57_17 (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577320" y="6426835"/>
            <a:ext cx="342900" cy="361315"/>
          </a:xfrm>
          <a:prstGeom prst="rect">
            <a:avLst/>
          </a:prstGeom>
          <a:solidFill>
            <a:srgbClr val="FDFDFD"/>
          </a:solidFill>
          <a:ln>
            <a:solidFill>
              <a:srgbClr val="FDFD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27 (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5" name="图片 4" descr="e2825a35c6e0c8bf47f42563e1f57d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e8f18b8961c9be14ddc9a693aee814a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428095" y="6426200"/>
            <a:ext cx="427355" cy="285115"/>
          </a:xfrm>
          <a:prstGeom prst="rect">
            <a:avLst/>
          </a:prstGeom>
          <a:solidFill>
            <a:srgbClr val="F5F8FE"/>
          </a:solidFill>
          <a:ln>
            <a:solidFill>
              <a:srgbClr val="F6F9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5782d50631a2894cececf34c0a6f81a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58270" y="6533515"/>
            <a:ext cx="342900" cy="254635"/>
          </a:xfrm>
          <a:prstGeom prst="rect">
            <a:avLst/>
          </a:prstGeom>
          <a:solidFill>
            <a:srgbClr val="FDFDFD"/>
          </a:solidFill>
          <a:ln>
            <a:solidFill>
              <a:srgbClr val="FDFD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23 (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58270" y="6533515"/>
            <a:ext cx="342900" cy="254635"/>
          </a:xfrm>
          <a:prstGeom prst="rect">
            <a:avLst/>
          </a:prstGeom>
          <a:solidFill>
            <a:srgbClr val="FDFDFD"/>
          </a:solidFill>
          <a:ln>
            <a:solidFill>
              <a:srgbClr val="FDFD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24 (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" y="0"/>
            <a:ext cx="1218501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400790" y="6426835"/>
            <a:ext cx="640715" cy="314325"/>
          </a:xfrm>
          <a:prstGeom prst="rect">
            <a:avLst/>
          </a:prstGeom>
          <a:solidFill>
            <a:srgbClr val="EDF4FD"/>
          </a:solidFill>
          <a:ln>
            <a:solidFill>
              <a:srgbClr val="ECF3F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25 (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558270" y="6533515"/>
            <a:ext cx="342900" cy="254635"/>
          </a:xfrm>
          <a:prstGeom prst="rect">
            <a:avLst/>
          </a:prstGeom>
          <a:solidFill>
            <a:srgbClr val="FDFDFD"/>
          </a:solidFill>
          <a:ln>
            <a:solidFill>
              <a:srgbClr val="FDFD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27 (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5" name="图片 4" descr="ChatGPT Image 2026年7月8日 20_57_25 (6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6" name="图片 5" descr="ChatGPT Image 2026年7月8日 20_57_24 (5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7" name="图片 6" descr="ChatGPT Image 2026年7月8日 20_57_17 (3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8" name="图片 7" descr="ChatGPT Image 2026年7月8日 20_57_27 (8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496675" y="6426200"/>
            <a:ext cx="342900" cy="254635"/>
          </a:xfrm>
          <a:prstGeom prst="rect">
            <a:avLst/>
          </a:prstGeom>
          <a:solidFill>
            <a:srgbClr val="D4E7FE"/>
          </a:solidFill>
          <a:ln>
            <a:solidFill>
              <a:srgbClr val="D4E7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10883c2005efee530dbc190b58ed32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25 (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5" name="图片 4" descr="ChatGPT Image 2026年7月8日 20_57_28 (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488420" y="6426200"/>
            <a:ext cx="342900" cy="254635"/>
          </a:xfrm>
          <a:prstGeom prst="rect">
            <a:avLst/>
          </a:prstGeom>
          <a:solidFill>
            <a:srgbClr val="FDFDFD"/>
          </a:solidFill>
          <a:ln>
            <a:solidFill>
              <a:srgbClr val="FDFD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hatGPT Image 2026年7月8日 20_57_30 (1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5" name="图片 4" descr="ChatGPT Image 2026年7月8日 20_57_28 (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pic>
        <p:nvPicPr>
          <p:cNvPr id="6" name="图片 5" descr="ChatGPT Image 2026年7月8日 20_57_30 (1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558270" y="6471920"/>
            <a:ext cx="342900" cy="254635"/>
          </a:xfrm>
          <a:prstGeom prst="rect">
            <a:avLst/>
          </a:prstGeom>
          <a:solidFill>
            <a:srgbClr val="EFF5FD"/>
          </a:solidFill>
          <a:ln>
            <a:solidFill>
              <a:srgbClr val="F0F6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edebd3ed31915ac75a1388da682a8e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558270" y="6426200"/>
            <a:ext cx="342900" cy="254635"/>
          </a:xfrm>
          <a:prstGeom prst="rect">
            <a:avLst/>
          </a:prstGeom>
          <a:solidFill>
            <a:srgbClr val="EFF5FD"/>
          </a:solidFill>
          <a:ln>
            <a:solidFill>
              <a:srgbClr val="F0F6F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no</cp:lastModifiedBy>
  <cp:revision>165</cp:revision>
  <dcterms:created xsi:type="dcterms:W3CDTF">2019-06-19T02:08:00Z</dcterms:created>
  <dcterms:modified xsi:type="dcterms:W3CDTF">2026-07-08T14:26:41Z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14283C887D834DB8A79EF35BA831F6C1_11</vt:lpwstr>
  </property>
</Properties>
</file>